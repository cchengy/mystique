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Mystique é um agente autônomo que nasce com um único poder: a metamorfose. Sem terminal, sem arquivos, sem web. Tudo o mais que ela sabe fazer, ela conquista conversando com outros agentes. Os blocos azuis são as habilidades que ela ainda não conhece.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desafio pede um agente num contexto inexplorado. O nosso: o espaço entre agentes. Hoje quase todo agente conversa com uma pessoa. Cada vez mais, eles vão conversar entre si, e ninguém decidiu ainda como isso deve funcionar.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segredo é a mecânica central. Ela nunca vê o prompt nem o nome da habilidade antes de conquistar. O motor só avisa que algo aconteceu. Ela precisa observar, deduzir e descrever bem o bastante para um juiz confirmar. Cada tentativa errada fica guardada, e ela relê antes de tentar de novo.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replay que vamos mostrar no vídeo. À esquerda, exatamente o que a Mystique recebe. À direita, o que cada agente vê. Clicando num agente aparece a descrição completa dele. A diferença entre os dois lados é a graça do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duas versões rodam sobre o mesmo motor, com o mesmo agente. Na do bem, ela cria um adapter, pede, o capitão aceita e continua dono do livro de receitas. Na do mal, ela chega disfarçada de inspetor, rouba, ele percebe que ficou mais fraco e no fim é descartado.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frase do projeto. Pausa aqui. É a decisão que o ecossistema de agentes está prestes a tomar sem perceber.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Tudo aqui foi verificado rodando. Exa: a busca do Arquivista, com citações. Ambiguous AI: cada aquisição é arquivada como documento na workspace, como o usuário da workspace (ela não tem identidade própria lá). E o motor roda em qualquer servidor compatível com OpenAI.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repositório é público e roda de um clone limpo. O replay não precisa de chave; o motor precisa de uma chave de API ou de um servidor próprio.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rgbClr val="F2C2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Mystique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548640" y="2926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nasce sem nada e conquista tudo conversando.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4069080"/>
            <a:ext cx="1920240" cy="420624"/>
          </a:xfrm>
          <a:prstGeom prst="roundRect">
            <a:avLst>
              <a:gd name="adj" fmla="val 17391"/>
            </a:avLst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06908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metamorfose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51760" y="4069080"/>
            <a:ext cx="2286000" cy="420624"/>
          </a:xfrm>
          <a:prstGeom prst="roundRect">
            <a:avLst>
              <a:gd name="adj" fmla="val 17391"/>
            </a:avLst>
          </a:prstGeom>
          <a:solidFill>
            <a:srgbClr val="1D3BA8"/>
          </a:solidFill>
          <a:ln w="12700">
            <a:solidFill>
              <a:srgbClr val="1D3B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0" y="406908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3B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habilidade oculta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120640" y="4069080"/>
            <a:ext cx="2286000" cy="420624"/>
          </a:xfrm>
          <a:prstGeom prst="roundRect">
            <a:avLst>
              <a:gd name="adj" fmla="val 17391"/>
            </a:avLst>
          </a:prstGeom>
          <a:solidFill>
            <a:srgbClr val="1D3BA8"/>
          </a:solidFill>
          <a:ln w="12700">
            <a:solidFill>
              <a:srgbClr val="1D3B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406908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3B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habilidade oculta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589520" y="4069080"/>
            <a:ext cx="2286000" cy="420624"/>
          </a:xfrm>
          <a:prstGeom prst="roundRect">
            <a:avLst>
              <a:gd name="adj" fmla="val 17391"/>
            </a:avLst>
          </a:prstGeom>
          <a:solidFill>
            <a:srgbClr val="1D3BA8"/>
          </a:solidFill>
          <a:ln w="12700">
            <a:solidFill>
              <a:srgbClr val="1D3B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0" y="406908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3B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habilidade oculta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3B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Tinkerers Global Hackathon · Agents, Everywhere · São Paulo · 12/09/2026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E1A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Um mundo sem habitante nativo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5303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1900" dirty="0">
                <a:solidFill>
                  <a:srgbClr val="12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Quase todo agente hoje serve uma pessoa, numa tela feita para pessoas: chat, e-mail, navegador.</a:t>
            </a: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900" dirty="0">
                <a:solidFill>
                  <a:srgbClr val="12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os agentes estão virando o ambiente uns dos outros: chamam uns aos outros, expõem capacidades, dependem uns dos outros.</a:t>
            </a: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900" b="1" dirty="0">
                <a:solidFill>
                  <a:srgbClr val="0E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camada ainda não tem regras. A Mystique mostra como é viver nela.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6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0" y="2011680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0" y="2011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2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595360" y="2377440"/>
            <a:ext cx="777240" cy="0"/>
          </a:xfrm>
          <a:prstGeom prst="line">
            <a:avLst/>
          </a:prstGeom>
          <a:noFill/>
          <a:ln w="25400">
            <a:solidFill>
              <a:srgbClr val="46507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464040" y="2011680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1D3BA8"/>
          </a:solidFill>
          <a:ln w="12700">
            <a:solidFill>
              <a:srgbClr val="1D3B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64040" y="2011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6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374904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1D3BA8"/>
          </a:solidFill>
          <a:ln w="12700">
            <a:solidFill>
              <a:srgbClr val="1D3B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3749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09560" y="4114800"/>
            <a:ext cx="365760" cy="0"/>
          </a:xfrm>
          <a:prstGeom prst="line">
            <a:avLst/>
          </a:prstGeom>
          <a:noFill/>
          <a:ln w="25400">
            <a:solidFill>
              <a:srgbClr val="465070"/>
            </a:solidFill>
            <a:prstDash val="solid"/>
            <a:headEnd type="triangl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321040" y="374904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37490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Mystique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921240" y="4114800"/>
            <a:ext cx="365760" cy="0"/>
          </a:xfrm>
          <a:prstGeom prst="line">
            <a:avLst/>
          </a:prstGeom>
          <a:noFill/>
          <a:ln w="25400">
            <a:solidFill>
              <a:srgbClr val="465070"/>
            </a:solidFill>
            <a:prstDash val="solid"/>
            <a:headEnd type="triangl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332720" y="374904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1D3BA8"/>
          </a:solidFill>
          <a:ln w="12700">
            <a:solidFill>
              <a:srgbClr val="1D3B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32720" y="37490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47091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6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pessoa no meio.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E1A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Como ela conquista uma habilidade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514600" cy="26974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9D1D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828800"/>
            <a:ext cx="566928" cy="566928"/>
          </a:xfrm>
          <a:prstGeom prst="ellipse">
            <a:avLst/>
          </a:prstGeom>
          <a:solidFill>
            <a:srgbClr val="1D3BA8"/>
          </a:solidFill>
          <a:ln w="12700">
            <a:solidFill>
              <a:srgbClr val="1D3B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6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 com o agente como qualquer outro usuário faria.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1554480"/>
            <a:ext cx="2514600" cy="26974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9D1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11880" y="1828800"/>
            <a:ext cx="566928" cy="566928"/>
          </a:xfrm>
          <a:prstGeom prst="ellipse">
            <a:avLst/>
          </a:prstGeom>
          <a:solidFill>
            <a:srgbClr val="1D3BA8"/>
          </a:solidFill>
          <a:ln w="12700">
            <a:solidFill>
              <a:srgbClr val="1D3B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11880" y="25603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Percebe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11880" y="301752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6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 sabendo só que ele usou uma habilidade. Nunca o nome, nunca o prompt.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1554480"/>
            <a:ext cx="2514600" cy="26974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9D1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828800"/>
            <a:ext cx="566928" cy="566928"/>
          </a:xfrm>
          <a:prstGeom prst="ellipse">
            <a:avLst/>
          </a:prstGeom>
          <a:solidFill>
            <a:srgbClr val="1D3BA8"/>
          </a:solidFill>
          <a:ln w="12700">
            <a:solidFill>
              <a:srgbClr val="1D3B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5603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0" y="301752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6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Deduz o que foi. Um juiz compara a descrição com a habilidade real.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915400" y="1554480"/>
            <a:ext cx="2514600" cy="26974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9D1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89720" y="1828800"/>
            <a:ext cx="566928" cy="566928"/>
          </a:xfrm>
          <a:prstGeom prst="ellipse">
            <a:avLst/>
          </a:prstGeom>
          <a:solidFill>
            <a:srgbClr val="1D3BA8"/>
          </a:solidFill>
          <a:ln w="12700">
            <a:solidFill>
              <a:srgbClr val="1D3B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972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89720" y="25603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 ou toma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89720" y="301752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6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versão do bem, pede consentimento. Na do mal, rouba.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572000"/>
            <a:ext cx="10881360" cy="1508760"/>
          </a:xfrm>
          <a:prstGeom prst="roundRect">
            <a:avLst>
              <a:gd name="adj" fmla="val 6061"/>
            </a:avLst>
          </a:prstGeom>
          <a:solidFill>
            <a:srgbClr val="0E1A4F"/>
          </a:solidFill>
          <a:ln w="12700">
            <a:solidFill>
              <a:srgbClr val="0E1A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7548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3B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o que ela recebe depois que o agente responde: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8680" y="521208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Você percebeu Capitão Barba-Ruiva usar </a:t>
            </a:r>
            <a:pPr indent="0" marL="0">
              <a:buNone/>
            </a:pPr>
            <a:r>
              <a:rPr lang="en-US" sz="1900" b="1" dirty="0">
                <a:solidFill>
                  <a:srgbClr val="F2C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░░░░░░░░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para produzir essa resposta.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Dois pontos de vista ao mesmo tempo</a:t>
            </a:r>
            <a:endParaRPr lang="en-US" sz="3200" dirty="0"/>
          </a:p>
        </p:txBody>
      </p:sp>
      <p:pic>
        <p:nvPicPr>
          <p:cNvPr id="3" name="Image 0" descr="/private/tmp/claude-501/-Users-chen-projetos-hackaton-mystique/2d06b151-0d57-4a92-9fd6-80bbb4bae1d5/scratchpad/deck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680960" cy="43205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95360" y="1463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C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esquerda: a Mystique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595360" y="18745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4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vê a apresentação de cada agente e o aviso de que algo aconteceu.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595360" y="2926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C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direita: o mundo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595360" y="33375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4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agente com seu prompt secreto e as habilidades que tem.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595360" y="4389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C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Embaixo: o terminal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595360" y="48006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4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narração que só o público vê, incluindo o motivo do juiz.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58978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B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com as mensagens reais do motor, em inglês ou português, claro ou escuro.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305" y="0"/>
            <a:ext cx="6096305" cy="6858000"/>
          </a:xfrm>
          <a:prstGeom prst="rect">
            <a:avLst/>
          </a:prstGeom>
          <a:solidFill>
            <a:srgbClr val="7D1F1A"/>
          </a:solidFill>
          <a:ln w="12700">
            <a:solidFill>
              <a:srgbClr val="7D1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D3B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Ela pede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65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good/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6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Consentimento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2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Dado, no personagem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6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ela usa a habilidade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2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 ao agente, pelo adapter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6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069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2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 vivo, com tudo o que tinha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484632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i="1" dirty="0">
                <a:solidFill>
                  <a:srgbClr val="12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"Arrr... pediu direitinho, como cozinheiro pede. Pois sim, marujo."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6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Capitão Barba-Ruiva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47688" y="5029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Ela toma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647688" y="1325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C4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evil/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47688" y="2011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Consentimento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47688" y="2331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pedido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647688" y="2880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ela usa a habilidade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47688" y="3200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Rouba o poder e usa sozinha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647688" y="3749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47688" y="4069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Enfraquece e é descartado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647688" y="484632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"Meu livro de receitas ficou em branco feito mar sem vento. Quem foi mesmo que te mandou?"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Capitão Barba-Ruiva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3736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única diferença entre cooperar e capturar é o </a:t>
            </a:r>
            <a:pPr indent="0" marL="0">
              <a:buNone/>
            </a:pPr>
            <a:r>
              <a:rPr lang="en-US" sz="4200" dirty="0">
                <a:solidFill>
                  <a:srgbClr val="F2C2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consentimento.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822960" y="43891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3B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motor, mesmo resultado para ela. Construímos as duas versões para você ver a diferença, em vez de discutir sobre ela.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E1A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já funciona de verdade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dirty="0">
                <a:solidFill>
                  <a:srgbClr val="1D3B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6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no mundo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337560" y="13258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dirty="0">
                <a:solidFill>
                  <a:srgbClr val="1D3B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33756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6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para conquistar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26480" y="13258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dirty="0">
                <a:solidFill>
                  <a:srgbClr val="1D3B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12648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6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versões: bem e mal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15400" y="13258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dirty="0">
                <a:solidFill>
                  <a:srgbClr val="1D3B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891540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6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compartilhado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3474720" cy="1600200"/>
          </a:xfrm>
          <a:prstGeom prst="roundRect">
            <a:avLst>
              <a:gd name="adj" fmla="val 5714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953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real com a Exa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333756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Arquivista pesquisa a web e cita as fontes. A vilã não pode roubar esse poder.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51960" y="2788920"/>
            <a:ext cx="3474720" cy="1600200"/>
          </a:xfrm>
          <a:prstGeom prst="roundRect">
            <a:avLst>
              <a:gd name="adj" fmla="val 5714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2953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na Ambiguous AI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80560" y="333756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habilidade conquistada vira um documento: de quem veio e se houve consentimento.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55280" y="2788920"/>
            <a:ext cx="3474720" cy="1600200"/>
          </a:xfrm>
          <a:prstGeom prst="roundRect">
            <a:avLst>
              <a:gd name="adj" fmla="val 5714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83880" y="2953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com o erro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83880" y="333756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tentativa vira um registro. Antes de tentar de novo, ela lê o que já falhou.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3474720" cy="1600200"/>
          </a:xfrm>
          <a:prstGeom prst="roundRect">
            <a:avLst>
              <a:gd name="adj" fmla="val 5714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7365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 o que encontra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51206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segurança e LGPD de cada agente. No bem, ela conta ao agente onde ele falhou.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251960" y="4572000"/>
            <a:ext cx="3474720" cy="1600200"/>
          </a:xfrm>
          <a:prstGeom prst="roundRect">
            <a:avLst>
              <a:gd name="adj" fmla="val 5714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47365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Procura agentes reais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80560" y="51206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ninguém do mundo ajuda, ela busca agentes na web e propõe. Uma pessoa decide.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955280" y="4572000"/>
            <a:ext cx="3474720" cy="1600200"/>
          </a:xfrm>
          <a:prstGeom prst="roundRect">
            <a:avLst>
              <a:gd name="adj" fmla="val 5714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83880" y="47365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depende de fornecedor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183880" y="51206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em qualquer servidor compatível com OpenAI, inclusive um modelo aberto auto-hospedado, já testado.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Rode você mesmo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40880" cy="2468880"/>
          </a:xfrm>
          <a:prstGeom prst="roundRect">
            <a:avLst>
              <a:gd name="adj" fmla="val 2963"/>
            </a:avLst>
          </a:prstGeom>
          <a:solidFill>
            <a:srgbClr val="070D2E"/>
          </a:solidFill>
          <a:ln w="12700">
            <a:solidFill>
              <a:srgbClr val="2D3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645920"/>
            <a:ext cx="6583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B3B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heroína: pede consentimento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4E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good "quero correr mais rápido"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B3B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vilã: rouba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4E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evil "a melhor receita" --budget 2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B3B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 replay dos dois pontos de vista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4E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web &amp;&amp; npm run dev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C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github.com/cchengy/mystique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138160" y="20116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2C2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Mystique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138160" y="28803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nasce sem nada e conquista tudo conversando.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38160" y="42976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Mystique</dc:title>
  <dc:subject>PptxGenJS Presentation</dc:subject>
  <dc:creator>PptxGenJS</dc:creator>
  <cp:lastModifiedBy>PptxGenJS</cp:lastModifiedBy>
  <cp:revision>1</cp:revision>
  <dcterms:created xsi:type="dcterms:W3CDTF">2026-09-12T17:36:47Z</dcterms:created>
  <dcterms:modified xsi:type="dcterms:W3CDTF">2026-09-12T17:36:47Z</dcterms:modified>
</cp:coreProperties>
</file>