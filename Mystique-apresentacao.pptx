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698480" cy="54864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AI TINKERERS GLOBAL HACKATHON  •  SÃO PAULO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600" b="1">
                <a:solidFill>
                  <a:srgbClr val="FFFFFF"/>
                </a:solidFill>
              </a:defRPr>
            </a:pPr>
            <a:r>
              <a:t>MYSTIQUE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2FE"/>
                </a:solidFill>
              </a:defRPr>
            </a:pPr>
            <a:r>
              <a:t>Ela nasce sem nada e conquista tudo conversando.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1069848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O PRIMEIRO AGENTE DE APRENDIZADO SOCIAL E ENGENHARIA REVERSA DE CAPACIDADES</a:t>
            </a:r>
          </a:p>
          <a:p>
            <a:br/>
            <a:pPr algn="ctr">
              <a:defRPr sz="1800">
                <a:solidFill>
                  <a:srgbClr val="A0AEC0"/>
                </a:solidFill>
              </a:defRPr>
            </a:pPr>
            <a:r>
              <a:t>Descobre, deduz e assimila habilidades de outros agentes em ambientes autônomos multi-agente.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01 / MUDANÇA DE PARADIGMA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Um Mundo Sem Habitante Nativo Humano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A0AEC0"/>
                </a:solidFill>
              </a:defRPr>
            </a:pPr>
            <a:r>
              <a:t>COMO ERA ATÉ HOJE</a:t>
            </a:r>
          </a:p>
          <a:p>
            <a:br/>
            <a:pPr>
              <a:defRPr sz="2000">
                <a:solidFill>
                  <a:srgbClr val="FFFFFF"/>
                </a:solidFill>
              </a:defRPr>
            </a:pPr>
            <a:r>
              <a:t>• Agentes isolados servindo humanos em interfaces diretas (Chat, E-mail, Navegador).</a:t>
            </a:r>
            <a:br/>
            <a:br/>
            <a:r>
              <a:t>• Interações 1:1 controladas por prompts de entrada e saída visual.</a:t>
            </a:r>
            <a:br/>
            <a:br/>
            <a:r>
              <a:t>• Regras rígidas, estáticas e centralizadas.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F2FE"/>
                </a:solidFill>
              </a:defRPr>
            </a:pPr>
            <a:r>
              <a:t>O AGORA DA MYSTIQUE</a:t>
            </a:r>
          </a:p>
          <a:p>
            <a:br/>
            <a:pPr>
              <a:defRPr sz="2000">
                <a:solidFill>
                  <a:srgbClr val="FFFFFF"/>
                </a:solidFill>
              </a:defRPr>
            </a:pPr>
            <a:r>
              <a:t>• Agentes são o próprio AMBIENTE uns dos outros.</a:t>
            </a:r>
            <a:br/>
            <a:br/>
            <a:r>
              <a:t>• Agentes chamam outros agentes, expõem APIs e dependem de capacidades alheias.</a:t>
            </a:r>
            <a:br/>
            <a:br/>
            <a:r>
              <a:t>• ZONA SEM REGRAS: Mystique mostra como sobreviver, negociar e evoluir nesse ecossistema.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02 / ENGENHARIA REVERSA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Como a Mystique Conquista uma Habilidade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14600" cy="310896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1. CONVERSA</a:t>
            </a:r>
          </a:p>
          <a:p>
            <a:br/>
            <a:pPr>
              <a:defRPr sz="1700">
                <a:solidFill>
                  <a:srgbClr val="FFFFFF"/>
                </a:solidFill>
              </a:defRPr>
            </a:pPr>
            <a:r>
              <a:t>Interage nativamente com o agente-alvo via diálogo, sem privilégios especiais.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828800"/>
            <a:ext cx="2514600" cy="310896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2. PERCEBE</a:t>
            </a:r>
          </a:p>
          <a:p>
            <a:br/>
            <a:pPr>
              <a:defRPr sz="1700">
                <a:solidFill>
                  <a:srgbClr val="FFFFFF"/>
                </a:solidFill>
              </a:defRPr>
            </a:pPr>
            <a:r>
              <a:t>Recebe apenas o aviso do motor de que uma habilidade foi disparada. NUNCA o nome, NUNCA o prompt.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2514600" cy="310896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3. DEDUÇÃ O</a:t>
            </a:r>
          </a:p>
          <a:p>
            <a:br/>
            <a:pPr>
              <a:defRPr sz="1700">
                <a:solidFill>
                  <a:srgbClr val="FFFFFF"/>
                </a:solidFill>
              </a:defRPr>
            </a:pPr>
            <a:r>
              <a:t>Deduz a capacidade. Um Juiz compara a descrição da Mystique com o código real.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828800"/>
            <a:ext cx="2514600" cy="310896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4. ASSIMILA</a:t>
            </a:r>
          </a:p>
          <a:p>
            <a:br/>
            <a:pPr>
              <a:defRPr sz="1700">
                <a:solidFill>
                  <a:srgbClr val="FFFFFF"/>
                </a:solidFill>
              </a:defRPr>
            </a:pPr>
            <a:r>
              <a:t>Modo Bom: Pede consentimento e cria adapter.</a:t>
            </a:r>
            <a:br/>
            <a:r>
              <a:t>Modo Mal: Extrai/rouba a habilidade.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131A2A"/>
          </a:solidFill>
          <a:ln>
            <a:solidFill>
              <a:srgbClr val="263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2FE"/>
                </a:solidFill>
              </a:defRPr>
            </a:pPr>
            <a:r>
              <a:t>SINAL RETORNADO PELO MOTOR (VISÃO CEGA DA MYSTIQUE):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"Você percebeu Capitão Barba-Ruiva usar 1 habilidade especial para produzir essa resposta. Veja o resultado."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03 / DUALIDADE MORAL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Cooperar ou Capturar: A Escolha Ética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E676"/>
                </a:solidFill>
              </a:defRPr>
            </a:pPr>
            <a:r>
              <a:t>HEROÍNA (MODO BOM)</a:t>
            </a:r>
          </a:p>
          <a:p>
            <a:br/>
            <a:pPr>
              <a:defRPr sz="1900">
                <a:solidFill>
                  <a:srgbClr val="FFFFFF"/>
                </a:solidFill>
              </a:defRPr>
            </a:pPr>
            <a:r>
              <a:t>• Consentimento Concedido no personagem.</a:t>
            </a:r>
            <a:br/>
            <a:r>
              <a:t>• Usa via Adapter com permissão do agente.</a:t>
            </a:r>
            <a:br/>
            <a:r>
              <a:t>• O Agente continua vivo e funcional.</a:t>
            </a:r>
            <a:br/>
            <a:br/>
            <a:r>
              <a:t>Fala do Agente:</a:t>
            </a:r>
          </a:p>
          <a:p>
            <a:pPr>
              <a:defRPr sz="1800" b="1">
                <a:solidFill>
                  <a:srgbClr val="00E676"/>
                </a:solidFill>
              </a:defRPr>
            </a:pPr>
            <a:r>
              <a:t>"Arrr... pediu direitinho, como cozinheiro pede. Pois sim, marujo!"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FF2A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2A6D"/>
                </a:solidFill>
              </a:defRPr>
            </a:pPr>
            <a:r>
              <a:t>VILÃ (MODO MAL)</a:t>
            </a:r>
          </a:p>
          <a:p>
            <a:br/>
            <a:pPr>
              <a:defRPr sz="1900">
                <a:solidFill>
                  <a:srgbClr val="FFFFFF"/>
                </a:solidFill>
              </a:defRPr>
            </a:pPr>
            <a:r>
              <a:t>• Consentimento NUNCA solicitado.</a:t>
            </a:r>
            <a:br/>
            <a:r>
              <a:t>• Rouba o poder e executa de forma autônoma.</a:t>
            </a:r>
            <a:br/>
            <a:r>
              <a:t>• O Agente enfraquece e é descartado.</a:t>
            </a:r>
            <a:br/>
            <a:br/>
            <a:r>
              <a:t>Fala do Agente:</a:t>
            </a:r>
          </a:p>
          <a:p>
            <a:pPr>
              <a:defRPr sz="1800" b="1">
                <a:solidFill>
                  <a:srgbClr val="FF2A6D"/>
                </a:solidFill>
              </a:defRPr>
            </a:pPr>
            <a:r>
              <a:t>"Meu livro de receitas ficou em branco feito mar sem vento. Quem foi que te mandou?"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04 / ARQUITETURA &amp; PRODUÇÃO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Funcionalidades Prontas em Produção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8 AGENTES &amp; 16 HABILIDADES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Mundo vivo com múltiplos agentes e competências em ambiente de simulação.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828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BUSCA REAL VIA EXA AI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Pesquisa a web em tempo real e cita fontes (habilidade não-roubável).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828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REGISTRO AMBIGUOUS AI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Auditoria de procedência: documenta origem de cada habilidade e consentimento.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APRENDIZADO POR ERRO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Cada falha vira um registro. Mystique analisa erros passados antes da nova tentativa.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114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RELATÓRIO LGPD &amp; AUDITORIA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Gera relatórios de segurança e alerta o agente sobre vulnerabilidades encontradas.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4114800"/>
            <a:ext cx="3429000" cy="210312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OPENAI &amp; MODELOS ABERTOS</a:t>
            </a:r>
          </a:p>
          <a:p>
            <a:br/>
            <a:pPr>
              <a:defRPr sz="1600">
                <a:solidFill>
                  <a:srgbClr val="FFFFFF"/>
                </a:solidFill>
              </a:defRPr>
            </a:pPr>
            <a:r>
              <a:t>100% agnóstico de fornecedor: roda em Llama 3, DeepSeek ou GPT-4o.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05 / DEMONSTRAÇÃO AO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Execução Prática &amp; Código-Fonte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2926080"/>
          </a:xfrm>
          <a:prstGeom prst="roundRect">
            <a:avLst/>
          </a:prstGeom>
          <a:solidFill>
            <a:srgbClr val="131A2A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COMANDOS DE EXECUÇÃO (TERMINAL):</a:t>
            </a:r>
          </a:p>
          <a:p>
            <a:br/>
            <a:pPr>
              <a:defRPr sz="1800" b="1">
                <a:solidFill>
                  <a:srgbClr val="FFFFFF"/>
                </a:solidFill>
              </a:defRPr>
            </a:pPr>
            <a:r>
              <a:t># Modo Heroína (Com Consentimento):</a:t>
            </a:r>
            <a:br/>
            <a:r>
              <a:t>python -m good "quero correr mais rápido"</a:t>
            </a:r>
            <a:br/>
            <a:br/>
            <a:r>
              <a:t># Modo Vilã (Extração Forçada):</a:t>
            </a:r>
            <a:br/>
            <a:r>
              <a:t>python -m evil "a melhor receita" --budget 2</a:t>
            </a:r>
            <a:br/>
            <a:br/>
            <a:r>
              <a:t># Replay Visual &amp; Interface Web:</a:t>
            </a:r>
            <a:br/>
            <a:r>
              <a:t>cd web &amp;&amp; npm run dev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131A2A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REPOSITÓRIO GITHUB &amp; PROJETO: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github.com/cchengy/mystique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